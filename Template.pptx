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559AE1-6CFC-9DD3-55F7-C47E46777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25B78C2-3345-B21F-D3F5-2A604B690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84D476-483C-8211-0865-FA81B0F1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B269-4BBA-4FC8-BCFF-D131E3E1F7C6}" type="datetimeFigureOut">
              <a:rPr lang="zh-TW" altLang="en-US" smtClean="0"/>
              <a:t>2026/4/26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872C11-B302-93CC-BAD3-8F588A7A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79DDBC-E9FF-29B0-B55E-932990681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7BC6-ED8F-4260-9FBF-96ED790532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3428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CA131FE-33C5-B7FC-D70A-BEA7AFE4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B269-4BBA-4FC8-BCFF-D131E3E1F7C6}" type="datetimeFigureOut">
              <a:rPr lang="zh-TW" altLang="en-US" smtClean="0"/>
              <a:t>2026/4/26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E07D78A-FB19-CFA7-7D26-027454A9F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C00332-B9A2-D376-A0D3-DF5FC2B4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7BC6-ED8F-4260-9FBF-96ED790532D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圖片版面配置區 6">
            <a:extLst>
              <a:ext uri="{FF2B5EF4-FFF2-40B4-BE49-F238E27FC236}">
                <a16:creationId xmlns:a16="http://schemas.microsoft.com/office/drawing/2014/main" id="{3B7D3C4B-743F-7EBC-3605-12B0315542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614665" y="966397"/>
            <a:ext cx="3528000" cy="2520000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圖片版面配置區 6">
            <a:extLst>
              <a:ext uri="{FF2B5EF4-FFF2-40B4-BE49-F238E27FC236}">
                <a16:creationId xmlns:a16="http://schemas.microsoft.com/office/drawing/2014/main" id="{EC585334-F714-97F2-E4D6-6C4F0D6D6E3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5665500" y="966397"/>
            <a:ext cx="3528000" cy="2520000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10" name="圖片版面配置區 6">
            <a:extLst>
              <a:ext uri="{FF2B5EF4-FFF2-40B4-BE49-F238E27FC236}">
                <a16:creationId xmlns:a16="http://schemas.microsoft.com/office/drawing/2014/main" id="{296E9E05-267B-F9F8-943E-7642CB95D29D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614665" y="3661373"/>
            <a:ext cx="3528000" cy="2520000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11" name="圖片版面配置區 6">
            <a:extLst>
              <a:ext uri="{FF2B5EF4-FFF2-40B4-BE49-F238E27FC236}">
                <a16:creationId xmlns:a16="http://schemas.microsoft.com/office/drawing/2014/main" id="{726A30FD-DAE9-3321-A94B-D3579B84BBF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665500" y="3661373"/>
            <a:ext cx="3528000" cy="2520000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786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A6D1A66-F980-DE27-22B8-9A58EF427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463240-F4FE-E9DF-90E5-BD54A3E7D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7D7C3D-9F31-4CF6-B7F3-E35C87D26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5B269-4BBA-4FC8-BCFF-D131E3E1F7C6}" type="datetimeFigureOut">
              <a:rPr lang="zh-TW" altLang="en-US" smtClean="0"/>
              <a:t>2026/4/26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1F0A66-5F0B-C965-679E-7E50EE1D7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17E7B6-3F6F-5F31-D370-059D4ED43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B7BC6-ED8F-4260-9FBF-96ED790532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62BE25A7-B9C0-BDF9-AD5F-903D8287D8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D938D41-D379-A04A-1A64-ECE58834C91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222AB422-33EC-B440-C8CD-3F8CF8C557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B1FBD326-F843-21CC-2138-9B6F5E250AA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</p:spTree>
    <p:extLst>
      <p:ext uri="{BB962C8B-B14F-4D97-AF65-F5344CB8AC3E}">
        <p14:creationId xmlns:p14="http://schemas.microsoft.com/office/powerpoint/2010/main" val="683264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E1E1A-A759-7102-C837-EBDAD5D2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3ECB5C19-DE78-FC9A-FC4C-419318E364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61005" y="1031050"/>
            <a:ext cx="6069990" cy="4335707"/>
          </a:xfrm>
        </p:spPr>
      </p:sp>
    </p:spTree>
    <p:extLst>
      <p:ext uri="{BB962C8B-B14F-4D97-AF65-F5344CB8AC3E}">
        <p14:creationId xmlns:p14="http://schemas.microsoft.com/office/powerpoint/2010/main" val="151736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A714-EF3E-EF0B-5F79-5BFA41CA8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48C9F0B3-8B78-5720-282C-41FFD48191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61005" y="1031050"/>
            <a:ext cx="6069990" cy="4335707"/>
          </a:xfrm>
        </p:spPr>
      </p:sp>
    </p:spTree>
    <p:extLst>
      <p:ext uri="{BB962C8B-B14F-4D97-AF65-F5344CB8AC3E}">
        <p14:creationId xmlns:p14="http://schemas.microsoft.com/office/powerpoint/2010/main" val="4192940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0</Words>
  <Application>Microsoft Office PowerPoint</Application>
  <PresentationFormat>寬螢幕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</cp:revision>
  <dcterms:created xsi:type="dcterms:W3CDTF">2026-04-22T14:36:25Z</dcterms:created>
  <dcterms:modified xsi:type="dcterms:W3CDTF">2026-04-26T09:01:20Z</dcterms:modified>
</cp:coreProperties>
</file>